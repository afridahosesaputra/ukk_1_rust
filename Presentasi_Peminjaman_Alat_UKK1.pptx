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0369A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UKK RPL 2025/2026 • PAKET 1 (KM25.4.1.1)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PEMINJAMAN ALAT PRO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Peminjaman, Inventaris Alat Bengkel &amp; Laboratorium Berbasis Rust + 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Fitur Unggulan: 3 Level Akses (Admin/Petugas/Peminjam)  •  Approval Berjenjang  •  Kalkulasi Denda Harian  •  Audit Trail Log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Data: db_peminjaman_alat (7 Tabel Ternormalisasi 3NF) | Engine: MySQL InnoDB / SQLite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Perancangan Basis Data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Diagram Relasi Entitas (MySQL Workbench Style) • 7 Tabel Ternormalisasi 3NF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ALAT PRO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097280"/>
            <a:ext cx="7717536" cy="3328416"/>
          </a:xfrm>
          <a:prstGeom prst="roundRect">
            <a:avLst>
              <a:gd name="adj" fmla="val 2198"/>
            </a:avLst>
          </a:prstGeom>
          <a:solidFill>
            <a:srgbClr val="050A18"/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7" name="Image 0" descr="D:\belajar ukk rust\ukk1\assets\er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15568"/>
            <a:ext cx="76809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Kardinalitas 1 : N (One-to-Many) • Foreign Key Cascade Integritas • Normalisasi 3NF (Bebas Redundansi) • MySQL InnoDB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Kamus Data &amp; Spesifikasi ERD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Tabel, Tipe Kolom, &amp; Kunci Integritas Relasional Sesuai Standar UKK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ALAT PRO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nama_lengkap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(admin/petugas/peminjam)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(aktif/nonaktif)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peminjaman, log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55848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nama_kategori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deskripsi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(TIMESTAMP)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7288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tabel alat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80176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1616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kode_alat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nama_alat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kategori_id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stok_total / stok_tersedia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tarif_denda_harian (DECIMAL)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1616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detail_peminjaman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788920"/>
            <a:ext cx="24231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peminjaman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kode_pinjam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tanggal_pinjam (DATE)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tanggal_kembali_rencana (DATE)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(ENUM)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disetujui_oleh (FK, INT)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Header Transaksi (1:N detail, 1:1 kembali)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55848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2788920"/>
            <a:ext cx="24231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detail_peminjaman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peminjaman_id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alat_id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jumlah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kondisi_saat_pinjam/kembali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denda_kerusakan (DECIMAL)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7288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N : 1 ke peminjaman &amp; alat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0176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0176" y="278892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pengembalian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71616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kode_kembali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peminjaman_id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petugas_id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tanggal_kembali (DATE)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total_denda (DECIMAL)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status_pembayaran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71616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1 ke peminjaman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Standar Integritas: Validasi Tipe Data Strict, Foreign Key Constraints, Indeks Pencarian Efisien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Pembuktian Normalisasi &amp; Integritas Basis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Data Bebas Redundansi (1NF, 2NF, 3NF) &amp; Aturan Relasional ACID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ALAT PRO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1: First Normal Form (1NF)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atribut tabel bernilai atomik (tidak ada multivalue/kolom array gabungan).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baris data memiliki Primary Key unik (AUTO_INCREMENT / UUID).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Tidak ada duplikasi record data di seluruh entitas tabel.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2: Second Normal Form (2NF)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1NF.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atribut non-kunci bergantung secara fungsional penuh pada Primary Key.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Menghilangkan ketergantungan parsial dengan memecah relasi menjadi entitas mandiri.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0176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3: Third Normal Form (3NF)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17336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2NF.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Bebas dari ketergantungan transitif (tidak ada atribut non-kunci bergantung pada atribut non-kunci lain).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kalkulasi &amp; deskripsi turunan tidak disimpan ganda guna menjaga integritas.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Siap untuk Pengujian Asesor UKK: Query Bebas Anomali Insert, Update, dan Delete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UKK 1 - Aplikasi Peminjaman Alat</dc:title>
  <dc:subject>PptxGenJS Presentation</dc:subject>
  <dc:creator>Siswa RPL SMK - UKK 2025/2026</dc:creator>
  <cp:lastModifiedBy>Siswa RPL SMK - UKK 2025/2026</cp:lastModifiedBy>
  <cp:revision>1</cp:revision>
  <dcterms:created xsi:type="dcterms:W3CDTF">2026-09-22T08:42:30Z</dcterms:created>
  <dcterms:modified xsi:type="dcterms:W3CDTF">2026-09-22T08:42:30Z</dcterms:modified>
</cp:coreProperties>
</file>